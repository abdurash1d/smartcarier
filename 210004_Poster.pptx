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9944100" cy="124999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B4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7"/>
  </p:normalViewPr>
  <p:slideViewPr>
    <p:cSldViewPr snapToGrid="0">
      <p:cViewPr varScale="1">
        <p:scale>
          <a:sx n="69" d="100"/>
          <a:sy n="69" d="100"/>
        </p:scale>
        <p:origin x="3160"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5808" y="2045714"/>
            <a:ext cx="8452485" cy="4351843"/>
          </a:xfrm>
        </p:spPr>
        <p:txBody>
          <a:bodyPr anchor="b"/>
          <a:lstStyle>
            <a:lvl1pPr algn="ctr">
              <a:defRPr sz="6525"/>
            </a:lvl1pPr>
          </a:lstStyle>
          <a:p>
            <a:r>
              <a:rPr lang="en-US"/>
              <a:t>Click to edit Master title style</a:t>
            </a:r>
            <a:endParaRPr lang="en-US" dirty="0"/>
          </a:p>
        </p:txBody>
      </p:sp>
      <p:sp>
        <p:nvSpPr>
          <p:cNvPr id="3" name="Subtitle 2"/>
          <p:cNvSpPr>
            <a:spLocks noGrp="1"/>
          </p:cNvSpPr>
          <p:nvPr>
            <p:ph type="subTitle" idx="1"/>
          </p:nvPr>
        </p:nvSpPr>
        <p:spPr>
          <a:xfrm>
            <a:off x="1243013" y="6565381"/>
            <a:ext cx="7458075" cy="3017933"/>
          </a:xfrm>
        </p:spPr>
        <p:txBody>
          <a:bodyPr/>
          <a:lstStyle>
            <a:lvl1pPr marL="0" indent="0" algn="ctr">
              <a:buNone/>
              <a:defRPr sz="2610"/>
            </a:lvl1pPr>
            <a:lvl2pPr marL="497205" indent="0" algn="ctr">
              <a:buNone/>
              <a:defRPr sz="2175"/>
            </a:lvl2pPr>
            <a:lvl3pPr marL="994410" indent="0" algn="ctr">
              <a:buNone/>
              <a:defRPr sz="1958"/>
            </a:lvl3pPr>
            <a:lvl4pPr marL="1491615" indent="0" algn="ctr">
              <a:buNone/>
              <a:defRPr sz="1740"/>
            </a:lvl4pPr>
            <a:lvl5pPr marL="1988820" indent="0" algn="ctr">
              <a:buNone/>
              <a:defRPr sz="1740"/>
            </a:lvl5pPr>
            <a:lvl6pPr marL="2486025" indent="0" algn="ctr">
              <a:buNone/>
              <a:defRPr sz="1740"/>
            </a:lvl6pPr>
            <a:lvl7pPr marL="2983230" indent="0" algn="ctr">
              <a:buNone/>
              <a:defRPr sz="1740"/>
            </a:lvl7pPr>
            <a:lvl8pPr marL="3480435" indent="0" algn="ctr">
              <a:buNone/>
              <a:defRPr sz="1740"/>
            </a:lvl8pPr>
            <a:lvl9pPr marL="3977640" indent="0" algn="ctr">
              <a:buNone/>
              <a:defRPr sz="17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Z" smtClean="0"/>
              <a:t>23/04/26</a:t>
            </a:fld>
            <a:endParaRPr lang="en-UZ"/>
          </a:p>
        </p:txBody>
      </p:sp>
      <p:sp>
        <p:nvSpPr>
          <p:cNvPr id="5" name="Footer Placeholder 4"/>
          <p:cNvSpPr>
            <a:spLocks noGrp="1"/>
          </p:cNvSpPr>
          <p:nvPr>
            <p:ph type="ftr" sz="quarter" idx="11"/>
          </p:nvPr>
        </p:nvSpPr>
        <p:spPr/>
        <p:txBody>
          <a:bodyPr/>
          <a:lstStyle/>
          <a:p>
            <a:endParaRPr lang="en-UZ"/>
          </a:p>
        </p:txBody>
      </p:sp>
      <p:sp>
        <p:nvSpPr>
          <p:cNvPr id="6" name="Slide Number Placeholder 5"/>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860477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Z" smtClean="0"/>
              <a:t>23/04/26</a:t>
            </a:fld>
            <a:endParaRPr lang="en-UZ"/>
          </a:p>
        </p:txBody>
      </p:sp>
      <p:sp>
        <p:nvSpPr>
          <p:cNvPr id="5" name="Footer Placeholder 4"/>
          <p:cNvSpPr>
            <a:spLocks noGrp="1"/>
          </p:cNvSpPr>
          <p:nvPr>
            <p:ph type="ftr" sz="quarter" idx="11"/>
          </p:nvPr>
        </p:nvSpPr>
        <p:spPr/>
        <p:txBody>
          <a:bodyPr/>
          <a:lstStyle/>
          <a:p>
            <a:endParaRPr lang="en-UZ"/>
          </a:p>
        </p:txBody>
      </p:sp>
      <p:sp>
        <p:nvSpPr>
          <p:cNvPr id="6" name="Slide Number Placeholder 5"/>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2061594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478" y="3116317"/>
            <a:ext cx="8576786" cy="5199641"/>
          </a:xfrm>
        </p:spPr>
        <p:txBody>
          <a:bodyPr anchor="b"/>
          <a:lstStyle>
            <a:lvl1pPr>
              <a:defRPr sz="6525"/>
            </a:lvl1pPr>
          </a:lstStyle>
          <a:p>
            <a:r>
              <a:rPr lang="en-US"/>
              <a:t>Click to edit Master title style</a:t>
            </a:r>
            <a:endParaRPr lang="en-US" dirty="0"/>
          </a:p>
        </p:txBody>
      </p:sp>
      <p:sp>
        <p:nvSpPr>
          <p:cNvPr id="3" name="Text Placeholder 2"/>
          <p:cNvSpPr>
            <a:spLocks noGrp="1"/>
          </p:cNvSpPr>
          <p:nvPr>
            <p:ph type="body" idx="1"/>
          </p:nvPr>
        </p:nvSpPr>
        <p:spPr>
          <a:xfrm>
            <a:off x="678478" y="8365149"/>
            <a:ext cx="8576786" cy="2734369"/>
          </a:xfrm>
        </p:spPr>
        <p:txBody>
          <a:bodyPr/>
          <a:lstStyle>
            <a:lvl1pPr marL="0" indent="0">
              <a:buNone/>
              <a:defRPr sz="2610">
                <a:solidFill>
                  <a:schemeClr val="tx1">
                    <a:tint val="82000"/>
                  </a:schemeClr>
                </a:solidFill>
              </a:defRPr>
            </a:lvl1pPr>
            <a:lvl2pPr marL="497205" indent="0">
              <a:buNone/>
              <a:defRPr sz="2175">
                <a:solidFill>
                  <a:schemeClr val="tx1">
                    <a:tint val="82000"/>
                  </a:schemeClr>
                </a:solidFill>
              </a:defRPr>
            </a:lvl2pPr>
            <a:lvl3pPr marL="994410" indent="0">
              <a:buNone/>
              <a:defRPr sz="1958">
                <a:solidFill>
                  <a:schemeClr val="tx1">
                    <a:tint val="82000"/>
                  </a:schemeClr>
                </a:solidFill>
              </a:defRPr>
            </a:lvl3pPr>
            <a:lvl4pPr marL="1491615" indent="0">
              <a:buNone/>
              <a:defRPr sz="1740">
                <a:solidFill>
                  <a:schemeClr val="tx1">
                    <a:tint val="82000"/>
                  </a:schemeClr>
                </a:solidFill>
              </a:defRPr>
            </a:lvl4pPr>
            <a:lvl5pPr marL="1988820" indent="0">
              <a:buNone/>
              <a:defRPr sz="1740">
                <a:solidFill>
                  <a:schemeClr val="tx1">
                    <a:tint val="82000"/>
                  </a:schemeClr>
                </a:solidFill>
              </a:defRPr>
            </a:lvl5pPr>
            <a:lvl6pPr marL="2486025" indent="0">
              <a:buNone/>
              <a:defRPr sz="1740">
                <a:solidFill>
                  <a:schemeClr val="tx1">
                    <a:tint val="82000"/>
                  </a:schemeClr>
                </a:solidFill>
              </a:defRPr>
            </a:lvl6pPr>
            <a:lvl7pPr marL="2983230" indent="0">
              <a:buNone/>
              <a:defRPr sz="1740">
                <a:solidFill>
                  <a:schemeClr val="tx1">
                    <a:tint val="82000"/>
                  </a:schemeClr>
                </a:solidFill>
              </a:defRPr>
            </a:lvl7pPr>
            <a:lvl8pPr marL="3480435" indent="0">
              <a:buNone/>
              <a:defRPr sz="1740">
                <a:solidFill>
                  <a:schemeClr val="tx1">
                    <a:tint val="82000"/>
                  </a:schemeClr>
                </a:solidFill>
              </a:defRPr>
            </a:lvl8pPr>
            <a:lvl9pPr marL="3977640" indent="0">
              <a:buNone/>
              <a:defRPr sz="17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5C94-1073-3A4B-952C-E24CA68A2370}" type="datetimeFigureOut">
              <a:rPr lang="en-UZ" smtClean="0"/>
              <a:t>23/04/26</a:t>
            </a:fld>
            <a:endParaRPr lang="en-UZ"/>
          </a:p>
        </p:txBody>
      </p:sp>
      <p:sp>
        <p:nvSpPr>
          <p:cNvPr id="5" name="Footer Placeholder 4"/>
          <p:cNvSpPr>
            <a:spLocks noGrp="1"/>
          </p:cNvSpPr>
          <p:nvPr>
            <p:ph type="ftr" sz="quarter" idx="11"/>
          </p:nvPr>
        </p:nvSpPr>
        <p:spPr/>
        <p:txBody>
          <a:bodyPr/>
          <a:lstStyle/>
          <a:p>
            <a:endParaRPr lang="en-UZ"/>
          </a:p>
        </p:txBody>
      </p:sp>
      <p:sp>
        <p:nvSpPr>
          <p:cNvPr id="6" name="Slide Number Placeholder 5"/>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1702996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3657" y="3327540"/>
            <a:ext cx="4226243" cy="79311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34200" y="3327540"/>
            <a:ext cx="4226243" cy="79311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5C94-1073-3A4B-952C-E24CA68A2370}" type="datetimeFigureOut">
              <a:rPr lang="en-UZ" smtClean="0"/>
              <a:t>23/04/26</a:t>
            </a:fld>
            <a:endParaRPr lang="en-UZ"/>
          </a:p>
        </p:txBody>
      </p:sp>
      <p:sp>
        <p:nvSpPr>
          <p:cNvPr id="6" name="Footer Placeholder 5"/>
          <p:cNvSpPr>
            <a:spLocks noGrp="1"/>
          </p:cNvSpPr>
          <p:nvPr>
            <p:ph type="ftr" sz="quarter" idx="11"/>
          </p:nvPr>
        </p:nvSpPr>
        <p:spPr/>
        <p:txBody>
          <a:bodyPr/>
          <a:lstStyle/>
          <a:p>
            <a:endParaRPr lang="en-UZ"/>
          </a:p>
        </p:txBody>
      </p:sp>
      <p:sp>
        <p:nvSpPr>
          <p:cNvPr id="7" name="Slide Number Placeholder 6"/>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4192394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4952" y="665511"/>
            <a:ext cx="8576786" cy="24160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4953" y="3064231"/>
            <a:ext cx="4206820" cy="1501732"/>
          </a:xfrm>
        </p:spPr>
        <p:txBody>
          <a:bodyPr anchor="b"/>
          <a:lstStyle>
            <a:lvl1pPr marL="0" indent="0">
              <a:buNone/>
              <a:defRPr sz="2610" b="1"/>
            </a:lvl1pPr>
            <a:lvl2pPr marL="497205" indent="0">
              <a:buNone/>
              <a:defRPr sz="2175" b="1"/>
            </a:lvl2pPr>
            <a:lvl3pPr marL="994410" indent="0">
              <a:buNone/>
              <a:defRPr sz="1958" b="1"/>
            </a:lvl3pPr>
            <a:lvl4pPr marL="1491615" indent="0">
              <a:buNone/>
              <a:defRPr sz="1740" b="1"/>
            </a:lvl4pPr>
            <a:lvl5pPr marL="1988820" indent="0">
              <a:buNone/>
              <a:defRPr sz="1740" b="1"/>
            </a:lvl5pPr>
            <a:lvl6pPr marL="2486025" indent="0">
              <a:buNone/>
              <a:defRPr sz="1740" b="1"/>
            </a:lvl6pPr>
            <a:lvl7pPr marL="2983230" indent="0">
              <a:buNone/>
              <a:defRPr sz="1740" b="1"/>
            </a:lvl7pPr>
            <a:lvl8pPr marL="3480435" indent="0">
              <a:buNone/>
              <a:defRPr sz="1740" b="1"/>
            </a:lvl8pPr>
            <a:lvl9pPr marL="3977640" indent="0">
              <a:buNone/>
              <a:defRPr sz="1740" b="1"/>
            </a:lvl9pPr>
          </a:lstStyle>
          <a:p>
            <a:pPr lvl="0"/>
            <a:r>
              <a:rPr lang="en-US"/>
              <a:t>Click to edit Master text styles</a:t>
            </a:r>
          </a:p>
        </p:txBody>
      </p:sp>
      <p:sp>
        <p:nvSpPr>
          <p:cNvPr id="4" name="Content Placeholder 3"/>
          <p:cNvSpPr>
            <a:spLocks noGrp="1"/>
          </p:cNvSpPr>
          <p:nvPr>
            <p:ph sz="half" idx="2"/>
          </p:nvPr>
        </p:nvSpPr>
        <p:spPr>
          <a:xfrm>
            <a:off x="684953" y="4565963"/>
            <a:ext cx="4206820" cy="67158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34201" y="3064231"/>
            <a:ext cx="4227538" cy="1501732"/>
          </a:xfrm>
        </p:spPr>
        <p:txBody>
          <a:bodyPr anchor="b"/>
          <a:lstStyle>
            <a:lvl1pPr marL="0" indent="0">
              <a:buNone/>
              <a:defRPr sz="2610" b="1"/>
            </a:lvl1pPr>
            <a:lvl2pPr marL="497205" indent="0">
              <a:buNone/>
              <a:defRPr sz="2175" b="1"/>
            </a:lvl2pPr>
            <a:lvl3pPr marL="994410" indent="0">
              <a:buNone/>
              <a:defRPr sz="1958" b="1"/>
            </a:lvl3pPr>
            <a:lvl4pPr marL="1491615" indent="0">
              <a:buNone/>
              <a:defRPr sz="1740" b="1"/>
            </a:lvl4pPr>
            <a:lvl5pPr marL="1988820" indent="0">
              <a:buNone/>
              <a:defRPr sz="1740" b="1"/>
            </a:lvl5pPr>
            <a:lvl6pPr marL="2486025" indent="0">
              <a:buNone/>
              <a:defRPr sz="1740" b="1"/>
            </a:lvl6pPr>
            <a:lvl7pPr marL="2983230" indent="0">
              <a:buNone/>
              <a:defRPr sz="1740" b="1"/>
            </a:lvl7pPr>
            <a:lvl8pPr marL="3480435" indent="0">
              <a:buNone/>
              <a:defRPr sz="1740" b="1"/>
            </a:lvl8pPr>
            <a:lvl9pPr marL="3977640" indent="0">
              <a:buNone/>
              <a:defRPr sz="1740" b="1"/>
            </a:lvl9pPr>
          </a:lstStyle>
          <a:p>
            <a:pPr lvl="0"/>
            <a:r>
              <a:rPr lang="en-US"/>
              <a:t>Click to edit Master text styles</a:t>
            </a:r>
          </a:p>
        </p:txBody>
      </p:sp>
      <p:sp>
        <p:nvSpPr>
          <p:cNvPr id="6" name="Content Placeholder 5"/>
          <p:cNvSpPr>
            <a:spLocks noGrp="1"/>
          </p:cNvSpPr>
          <p:nvPr>
            <p:ph sz="quarter" idx="4"/>
          </p:nvPr>
        </p:nvSpPr>
        <p:spPr>
          <a:xfrm>
            <a:off x="5034201" y="4565963"/>
            <a:ext cx="4227538" cy="67158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5C94-1073-3A4B-952C-E24CA68A2370}" type="datetimeFigureOut">
              <a:rPr lang="en-UZ" smtClean="0"/>
              <a:t>23/04/26</a:t>
            </a:fld>
            <a:endParaRPr lang="en-UZ"/>
          </a:p>
        </p:txBody>
      </p:sp>
      <p:sp>
        <p:nvSpPr>
          <p:cNvPr id="8" name="Footer Placeholder 7"/>
          <p:cNvSpPr>
            <a:spLocks noGrp="1"/>
          </p:cNvSpPr>
          <p:nvPr>
            <p:ph type="ftr" sz="quarter" idx="11"/>
          </p:nvPr>
        </p:nvSpPr>
        <p:spPr/>
        <p:txBody>
          <a:bodyPr/>
          <a:lstStyle/>
          <a:p>
            <a:endParaRPr lang="en-UZ"/>
          </a:p>
        </p:txBody>
      </p:sp>
      <p:sp>
        <p:nvSpPr>
          <p:cNvPr id="9" name="Slide Number Placeholder 8"/>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258021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5C94-1073-3A4B-952C-E24CA68A2370}" type="datetimeFigureOut">
              <a:rPr lang="en-UZ" smtClean="0"/>
              <a:t>23/04/26</a:t>
            </a:fld>
            <a:endParaRPr lang="en-UZ"/>
          </a:p>
        </p:txBody>
      </p:sp>
      <p:sp>
        <p:nvSpPr>
          <p:cNvPr id="4" name="Footer Placeholder 3"/>
          <p:cNvSpPr>
            <a:spLocks noGrp="1"/>
          </p:cNvSpPr>
          <p:nvPr>
            <p:ph type="ftr" sz="quarter" idx="11"/>
          </p:nvPr>
        </p:nvSpPr>
        <p:spPr/>
        <p:txBody>
          <a:bodyPr/>
          <a:lstStyle/>
          <a:p>
            <a:endParaRPr lang="en-UZ"/>
          </a:p>
        </p:txBody>
      </p:sp>
      <p:sp>
        <p:nvSpPr>
          <p:cNvPr id="5" name="Slide Number Placeholder 4"/>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26374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5C94-1073-3A4B-952C-E24CA68A2370}" type="datetimeFigureOut">
              <a:rPr lang="en-UZ" smtClean="0"/>
              <a:t>23/04/26</a:t>
            </a:fld>
            <a:endParaRPr lang="en-UZ"/>
          </a:p>
        </p:txBody>
      </p:sp>
      <p:sp>
        <p:nvSpPr>
          <p:cNvPr id="3" name="Footer Placeholder 2"/>
          <p:cNvSpPr>
            <a:spLocks noGrp="1"/>
          </p:cNvSpPr>
          <p:nvPr>
            <p:ph type="ftr" sz="quarter" idx="11"/>
          </p:nvPr>
        </p:nvSpPr>
        <p:spPr/>
        <p:txBody>
          <a:bodyPr/>
          <a:lstStyle/>
          <a:p>
            <a:endParaRPr lang="en-UZ"/>
          </a:p>
        </p:txBody>
      </p:sp>
      <p:sp>
        <p:nvSpPr>
          <p:cNvPr id="4" name="Slide Number Placeholder 3"/>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136428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952" y="833332"/>
            <a:ext cx="3207231" cy="2916661"/>
          </a:xfrm>
        </p:spPr>
        <p:txBody>
          <a:bodyPr anchor="b"/>
          <a:lstStyle>
            <a:lvl1pPr>
              <a:defRPr sz="3480"/>
            </a:lvl1pPr>
          </a:lstStyle>
          <a:p>
            <a:r>
              <a:rPr lang="en-US"/>
              <a:t>Click to edit Master title style</a:t>
            </a:r>
            <a:endParaRPr lang="en-US" dirty="0"/>
          </a:p>
        </p:txBody>
      </p:sp>
      <p:sp>
        <p:nvSpPr>
          <p:cNvPr id="3" name="Content Placeholder 2"/>
          <p:cNvSpPr>
            <a:spLocks noGrp="1"/>
          </p:cNvSpPr>
          <p:nvPr>
            <p:ph idx="1"/>
          </p:nvPr>
        </p:nvSpPr>
        <p:spPr>
          <a:xfrm>
            <a:off x="4227538" y="1799768"/>
            <a:ext cx="5034201" cy="8883084"/>
          </a:xfrm>
        </p:spPr>
        <p:txBody>
          <a:bodyPr/>
          <a:lstStyle>
            <a:lvl1pPr>
              <a:defRPr sz="3480"/>
            </a:lvl1pPr>
            <a:lvl2pPr>
              <a:defRPr sz="3045"/>
            </a:lvl2pPr>
            <a:lvl3pPr>
              <a:defRPr sz="2610"/>
            </a:lvl3pPr>
            <a:lvl4pPr>
              <a:defRPr sz="2175"/>
            </a:lvl4pPr>
            <a:lvl5pPr>
              <a:defRPr sz="2175"/>
            </a:lvl5pPr>
            <a:lvl6pPr>
              <a:defRPr sz="2175"/>
            </a:lvl6pPr>
            <a:lvl7pPr>
              <a:defRPr sz="2175"/>
            </a:lvl7pPr>
            <a:lvl8pPr>
              <a:defRPr sz="2175"/>
            </a:lvl8pPr>
            <a:lvl9pPr>
              <a:defRPr sz="21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4952" y="3749992"/>
            <a:ext cx="3207231" cy="6947325"/>
          </a:xfrm>
        </p:spPr>
        <p:txBody>
          <a:bodyPr/>
          <a:lstStyle>
            <a:lvl1pPr marL="0" indent="0">
              <a:buNone/>
              <a:defRPr sz="1740"/>
            </a:lvl1pPr>
            <a:lvl2pPr marL="497205" indent="0">
              <a:buNone/>
              <a:defRPr sz="1523"/>
            </a:lvl2pPr>
            <a:lvl3pPr marL="994410" indent="0">
              <a:buNone/>
              <a:defRPr sz="1305"/>
            </a:lvl3pPr>
            <a:lvl4pPr marL="1491615" indent="0">
              <a:buNone/>
              <a:defRPr sz="1088"/>
            </a:lvl4pPr>
            <a:lvl5pPr marL="1988820" indent="0">
              <a:buNone/>
              <a:defRPr sz="1088"/>
            </a:lvl5pPr>
            <a:lvl6pPr marL="2486025" indent="0">
              <a:buNone/>
              <a:defRPr sz="1088"/>
            </a:lvl6pPr>
            <a:lvl7pPr marL="2983230" indent="0">
              <a:buNone/>
              <a:defRPr sz="1088"/>
            </a:lvl7pPr>
            <a:lvl8pPr marL="3480435" indent="0">
              <a:buNone/>
              <a:defRPr sz="1088"/>
            </a:lvl8pPr>
            <a:lvl9pPr marL="3977640" indent="0">
              <a:buNone/>
              <a:defRPr sz="1088"/>
            </a:lvl9pPr>
          </a:lstStyle>
          <a:p>
            <a:pPr lvl="0"/>
            <a:r>
              <a:rPr lang="en-US"/>
              <a:t>Click to edit Master text styles</a:t>
            </a:r>
          </a:p>
        </p:txBody>
      </p:sp>
      <p:sp>
        <p:nvSpPr>
          <p:cNvPr id="5" name="Date Placeholder 4"/>
          <p:cNvSpPr>
            <a:spLocks noGrp="1"/>
          </p:cNvSpPr>
          <p:nvPr>
            <p:ph type="dt" sz="half" idx="10"/>
          </p:nvPr>
        </p:nvSpPr>
        <p:spPr/>
        <p:txBody>
          <a:bodyPr/>
          <a:lstStyle/>
          <a:p>
            <a:fld id="{45095C94-1073-3A4B-952C-E24CA68A2370}" type="datetimeFigureOut">
              <a:rPr lang="en-UZ" smtClean="0"/>
              <a:t>23/04/26</a:t>
            </a:fld>
            <a:endParaRPr lang="en-UZ"/>
          </a:p>
        </p:txBody>
      </p:sp>
      <p:sp>
        <p:nvSpPr>
          <p:cNvPr id="6" name="Footer Placeholder 5"/>
          <p:cNvSpPr>
            <a:spLocks noGrp="1"/>
          </p:cNvSpPr>
          <p:nvPr>
            <p:ph type="ftr" sz="quarter" idx="11"/>
          </p:nvPr>
        </p:nvSpPr>
        <p:spPr/>
        <p:txBody>
          <a:bodyPr/>
          <a:lstStyle/>
          <a:p>
            <a:endParaRPr lang="en-UZ"/>
          </a:p>
        </p:txBody>
      </p:sp>
      <p:sp>
        <p:nvSpPr>
          <p:cNvPr id="7" name="Slide Number Placeholder 6"/>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406128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952" y="833332"/>
            <a:ext cx="3207231" cy="2916661"/>
          </a:xfrm>
        </p:spPr>
        <p:txBody>
          <a:bodyPr anchor="b"/>
          <a:lstStyle>
            <a:lvl1pPr>
              <a:defRPr sz="3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27538" y="1799768"/>
            <a:ext cx="5034201" cy="8883084"/>
          </a:xfrm>
        </p:spPr>
        <p:txBody>
          <a:bodyPr anchor="t"/>
          <a:lstStyle>
            <a:lvl1pPr marL="0" indent="0">
              <a:buNone/>
              <a:defRPr sz="3480"/>
            </a:lvl1pPr>
            <a:lvl2pPr marL="497205" indent="0">
              <a:buNone/>
              <a:defRPr sz="3045"/>
            </a:lvl2pPr>
            <a:lvl3pPr marL="994410" indent="0">
              <a:buNone/>
              <a:defRPr sz="2610"/>
            </a:lvl3pPr>
            <a:lvl4pPr marL="1491615" indent="0">
              <a:buNone/>
              <a:defRPr sz="2175"/>
            </a:lvl4pPr>
            <a:lvl5pPr marL="1988820" indent="0">
              <a:buNone/>
              <a:defRPr sz="2175"/>
            </a:lvl5pPr>
            <a:lvl6pPr marL="2486025" indent="0">
              <a:buNone/>
              <a:defRPr sz="2175"/>
            </a:lvl6pPr>
            <a:lvl7pPr marL="2983230" indent="0">
              <a:buNone/>
              <a:defRPr sz="2175"/>
            </a:lvl7pPr>
            <a:lvl8pPr marL="3480435" indent="0">
              <a:buNone/>
              <a:defRPr sz="2175"/>
            </a:lvl8pPr>
            <a:lvl9pPr marL="3977640" indent="0">
              <a:buNone/>
              <a:defRPr sz="2175"/>
            </a:lvl9pPr>
          </a:lstStyle>
          <a:p>
            <a:r>
              <a:rPr lang="en-US"/>
              <a:t>Click icon to add picture</a:t>
            </a:r>
            <a:endParaRPr lang="en-US" dirty="0"/>
          </a:p>
        </p:txBody>
      </p:sp>
      <p:sp>
        <p:nvSpPr>
          <p:cNvPr id="4" name="Text Placeholder 3"/>
          <p:cNvSpPr>
            <a:spLocks noGrp="1"/>
          </p:cNvSpPr>
          <p:nvPr>
            <p:ph type="body" sz="half" idx="2"/>
          </p:nvPr>
        </p:nvSpPr>
        <p:spPr>
          <a:xfrm>
            <a:off x="684952" y="3749992"/>
            <a:ext cx="3207231" cy="6947325"/>
          </a:xfrm>
        </p:spPr>
        <p:txBody>
          <a:bodyPr/>
          <a:lstStyle>
            <a:lvl1pPr marL="0" indent="0">
              <a:buNone/>
              <a:defRPr sz="1740"/>
            </a:lvl1pPr>
            <a:lvl2pPr marL="497205" indent="0">
              <a:buNone/>
              <a:defRPr sz="1523"/>
            </a:lvl2pPr>
            <a:lvl3pPr marL="994410" indent="0">
              <a:buNone/>
              <a:defRPr sz="1305"/>
            </a:lvl3pPr>
            <a:lvl4pPr marL="1491615" indent="0">
              <a:buNone/>
              <a:defRPr sz="1088"/>
            </a:lvl4pPr>
            <a:lvl5pPr marL="1988820" indent="0">
              <a:buNone/>
              <a:defRPr sz="1088"/>
            </a:lvl5pPr>
            <a:lvl6pPr marL="2486025" indent="0">
              <a:buNone/>
              <a:defRPr sz="1088"/>
            </a:lvl6pPr>
            <a:lvl7pPr marL="2983230" indent="0">
              <a:buNone/>
              <a:defRPr sz="1088"/>
            </a:lvl7pPr>
            <a:lvl8pPr marL="3480435" indent="0">
              <a:buNone/>
              <a:defRPr sz="1088"/>
            </a:lvl8pPr>
            <a:lvl9pPr marL="3977640" indent="0">
              <a:buNone/>
              <a:defRPr sz="1088"/>
            </a:lvl9pPr>
          </a:lstStyle>
          <a:p>
            <a:pPr lvl="0"/>
            <a:r>
              <a:rPr lang="en-US"/>
              <a:t>Click to edit Master text styles</a:t>
            </a:r>
          </a:p>
        </p:txBody>
      </p:sp>
      <p:sp>
        <p:nvSpPr>
          <p:cNvPr id="5" name="Date Placeholder 4"/>
          <p:cNvSpPr>
            <a:spLocks noGrp="1"/>
          </p:cNvSpPr>
          <p:nvPr>
            <p:ph type="dt" sz="half" idx="10"/>
          </p:nvPr>
        </p:nvSpPr>
        <p:spPr/>
        <p:txBody>
          <a:bodyPr/>
          <a:lstStyle/>
          <a:p>
            <a:fld id="{45095C94-1073-3A4B-952C-E24CA68A2370}" type="datetimeFigureOut">
              <a:rPr lang="en-UZ" smtClean="0"/>
              <a:t>23/04/26</a:t>
            </a:fld>
            <a:endParaRPr lang="en-UZ"/>
          </a:p>
        </p:txBody>
      </p:sp>
      <p:sp>
        <p:nvSpPr>
          <p:cNvPr id="6" name="Footer Placeholder 5"/>
          <p:cNvSpPr>
            <a:spLocks noGrp="1"/>
          </p:cNvSpPr>
          <p:nvPr>
            <p:ph type="ftr" sz="quarter" idx="11"/>
          </p:nvPr>
        </p:nvSpPr>
        <p:spPr/>
        <p:txBody>
          <a:bodyPr/>
          <a:lstStyle/>
          <a:p>
            <a:endParaRPr lang="en-UZ"/>
          </a:p>
        </p:txBody>
      </p:sp>
      <p:sp>
        <p:nvSpPr>
          <p:cNvPr id="7" name="Slide Number Placeholder 6"/>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2598615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Z" smtClean="0"/>
              <a:t>23/04/26</a:t>
            </a:fld>
            <a:endParaRPr lang="en-UZ"/>
          </a:p>
        </p:txBody>
      </p:sp>
      <p:sp>
        <p:nvSpPr>
          <p:cNvPr id="5" name="Footer Placeholder 4"/>
          <p:cNvSpPr>
            <a:spLocks noGrp="1"/>
          </p:cNvSpPr>
          <p:nvPr>
            <p:ph type="ftr" sz="quarter" idx="11"/>
          </p:nvPr>
        </p:nvSpPr>
        <p:spPr/>
        <p:txBody>
          <a:bodyPr/>
          <a:lstStyle/>
          <a:p>
            <a:endParaRPr lang="en-UZ"/>
          </a:p>
        </p:txBody>
      </p:sp>
      <p:sp>
        <p:nvSpPr>
          <p:cNvPr id="6" name="Slide Number Placeholder 5"/>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367155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16247" y="665508"/>
            <a:ext cx="2144197" cy="1059315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3658" y="665508"/>
            <a:ext cx="6308288" cy="105931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Z" smtClean="0"/>
              <a:t>23/04/26</a:t>
            </a:fld>
            <a:endParaRPr lang="en-UZ"/>
          </a:p>
        </p:txBody>
      </p:sp>
      <p:sp>
        <p:nvSpPr>
          <p:cNvPr id="5" name="Footer Placeholder 4"/>
          <p:cNvSpPr>
            <a:spLocks noGrp="1"/>
          </p:cNvSpPr>
          <p:nvPr>
            <p:ph type="ftr" sz="quarter" idx="11"/>
          </p:nvPr>
        </p:nvSpPr>
        <p:spPr/>
        <p:txBody>
          <a:bodyPr/>
          <a:lstStyle/>
          <a:p>
            <a:endParaRPr lang="en-UZ"/>
          </a:p>
        </p:txBody>
      </p:sp>
      <p:sp>
        <p:nvSpPr>
          <p:cNvPr id="6" name="Slide Number Placeholder 5"/>
          <p:cNvSpPr>
            <a:spLocks noGrp="1"/>
          </p:cNvSpPr>
          <p:nvPr>
            <p:ph type="sldNum" sz="quarter" idx="12"/>
          </p:nvPr>
        </p:nvSpPr>
        <p:spPr/>
        <p:txBody>
          <a:bodyPr/>
          <a:lstStyle/>
          <a:p>
            <a:fld id="{94B2FFC9-A035-B24C-9E98-A288D0A8FDF8}" type="slidenum">
              <a:rPr lang="en-UZ" smtClean="0"/>
              <a:t>‹#›</a:t>
            </a:fld>
            <a:endParaRPr lang="en-UZ"/>
          </a:p>
        </p:txBody>
      </p:sp>
    </p:spTree>
    <p:extLst>
      <p:ext uri="{BB962C8B-B14F-4D97-AF65-F5344CB8AC3E}">
        <p14:creationId xmlns:p14="http://schemas.microsoft.com/office/powerpoint/2010/main" val="86190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3657" y="665511"/>
            <a:ext cx="8576786" cy="24160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3657" y="3327540"/>
            <a:ext cx="8576786" cy="79311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3657" y="11585628"/>
            <a:ext cx="2237423" cy="665508"/>
          </a:xfrm>
          <a:prstGeom prst="rect">
            <a:avLst/>
          </a:prstGeom>
        </p:spPr>
        <p:txBody>
          <a:bodyPr vert="horz" lIns="91440" tIns="45720" rIns="91440" bIns="45720" rtlCol="0" anchor="ctr"/>
          <a:lstStyle>
            <a:lvl1pPr algn="l">
              <a:defRPr sz="1305">
                <a:solidFill>
                  <a:schemeClr val="tx1">
                    <a:tint val="82000"/>
                  </a:schemeClr>
                </a:solidFill>
              </a:defRPr>
            </a:lvl1pPr>
          </a:lstStyle>
          <a:p>
            <a:fld id="{45095C94-1073-3A4B-952C-E24CA68A2370}" type="datetimeFigureOut">
              <a:rPr lang="en-UZ" smtClean="0"/>
              <a:t>23/04/26</a:t>
            </a:fld>
            <a:endParaRPr lang="en-UZ"/>
          </a:p>
        </p:txBody>
      </p:sp>
      <p:sp>
        <p:nvSpPr>
          <p:cNvPr id="5" name="Footer Placeholder 4"/>
          <p:cNvSpPr>
            <a:spLocks noGrp="1"/>
          </p:cNvSpPr>
          <p:nvPr>
            <p:ph type="ftr" sz="quarter" idx="3"/>
          </p:nvPr>
        </p:nvSpPr>
        <p:spPr>
          <a:xfrm>
            <a:off x="3293983" y="11585628"/>
            <a:ext cx="3356134" cy="665508"/>
          </a:xfrm>
          <a:prstGeom prst="rect">
            <a:avLst/>
          </a:prstGeom>
        </p:spPr>
        <p:txBody>
          <a:bodyPr vert="horz" lIns="91440" tIns="45720" rIns="91440" bIns="45720" rtlCol="0" anchor="ctr"/>
          <a:lstStyle>
            <a:lvl1pPr algn="ctr">
              <a:defRPr sz="1305">
                <a:solidFill>
                  <a:schemeClr val="tx1">
                    <a:tint val="82000"/>
                  </a:schemeClr>
                </a:solidFill>
              </a:defRPr>
            </a:lvl1pPr>
          </a:lstStyle>
          <a:p>
            <a:endParaRPr lang="en-UZ"/>
          </a:p>
        </p:txBody>
      </p:sp>
      <p:sp>
        <p:nvSpPr>
          <p:cNvPr id="6" name="Slide Number Placeholder 5"/>
          <p:cNvSpPr>
            <a:spLocks noGrp="1"/>
          </p:cNvSpPr>
          <p:nvPr>
            <p:ph type="sldNum" sz="quarter" idx="4"/>
          </p:nvPr>
        </p:nvSpPr>
        <p:spPr>
          <a:xfrm>
            <a:off x="7023020" y="11585628"/>
            <a:ext cx="2237423" cy="665508"/>
          </a:xfrm>
          <a:prstGeom prst="rect">
            <a:avLst/>
          </a:prstGeom>
        </p:spPr>
        <p:txBody>
          <a:bodyPr vert="horz" lIns="91440" tIns="45720" rIns="91440" bIns="45720" rtlCol="0" anchor="ctr"/>
          <a:lstStyle>
            <a:lvl1pPr algn="r">
              <a:defRPr sz="1305">
                <a:solidFill>
                  <a:schemeClr val="tx1">
                    <a:tint val="82000"/>
                  </a:schemeClr>
                </a:solidFill>
              </a:defRPr>
            </a:lvl1pPr>
          </a:lstStyle>
          <a:p>
            <a:fld id="{94B2FFC9-A035-B24C-9E98-A288D0A8FDF8}" type="slidenum">
              <a:rPr lang="en-UZ" smtClean="0"/>
              <a:t>‹#›</a:t>
            </a:fld>
            <a:endParaRPr lang="en-UZ"/>
          </a:p>
        </p:txBody>
      </p:sp>
    </p:spTree>
    <p:extLst>
      <p:ext uri="{BB962C8B-B14F-4D97-AF65-F5344CB8AC3E}">
        <p14:creationId xmlns:p14="http://schemas.microsoft.com/office/powerpoint/2010/main" val="2891257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94410" rtl="0" eaLnBrk="1" latinLnBrk="0" hangingPunct="1">
        <a:lnSpc>
          <a:spcPct val="90000"/>
        </a:lnSpc>
        <a:spcBef>
          <a:spcPct val="0"/>
        </a:spcBef>
        <a:buNone/>
        <a:defRPr sz="4785" kern="1200">
          <a:solidFill>
            <a:schemeClr val="tx1"/>
          </a:solidFill>
          <a:latin typeface="+mj-lt"/>
          <a:ea typeface="+mj-ea"/>
          <a:cs typeface="+mj-cs"/>
        </a:defRPr>
      </a:lvl1pPr>
    </p:titleStyle>
    <p:bodyStyle>
      <a:lvl1pPr marL="248603" indent="-248603" algn="l" defTabSz="994410" rtl="0" eaLnBrk="1" latinLnBrk="0" hangingPunct="1">
        <a:lnSpc>
          <a:spcPct val="90000"/>
        </a:lnSpc>
        <a:spcBef>
          <a:spcPts val="1088"/>
        </a:spcBef>
        <a:buFont typeface="Arial" panose="020B0604020202020204" pitchFamily="34" charset="0"/>
        <a:buChar char="•"/>
        <a:defRPr sz="3045" kern="1200">
          <a:solidFill>
            <a:schemeClr val="tx1"/>
          </a:solidFill>
          <a:latin typeface="+mn-lt"/>
          <a:ea typeface="+mn-ea"/>
          <a:cs typeface="+mn-cs"/>
        </a:defRPr>
      </a:lvl1pPr>
      <a:lvl2pPr marL="745808" indent="-248603" algn="l" defTabSz="994410" rtl="0" eaLnBrk="1" latinLnBrk="0" hangingPunct="1">
        <a:lnSpc>
          <a:spcPct val="90000"/>
        </a:lnSpc>
        <a:spcBef>
          <a:spcPts val="544"/>
        </a:spcBef>
        <a:buFont typeface="Arial" panose="020B0604020202020204" pitchFamily="34" charset="0"/>
        <a:buChar char="•"/>
        <a:defRPr sz="2610" kern="1200">
          <a:solidFill>
            <a:schemeClr val="tx1"/>
          </a:solidFill>
          <a:latin typeface="+mn-lt"/>
          <a:ea typeface="+mn-ea"/>
          <a:cs typeface="+mn-cs"/>
        </a:defRPr>
      </a:lvl2pPr>
      <a:lvl3pPr marL="1243013" indent="-248603" algn="l" defTabSz="994410" rtl="0" eaLnBrk="1" latinLnBrk="0" hangingPunct="1">
        <a:lnSpc>
          <a:spcPct val="90000"/>
        </a:lnSpc>
        <a:spcBef>
          <a:spcPts val="544"/>
        </a:spcBef>
        <a:buFont typeface="Arial" panose="020B0604020202020204" pitchFamily="34" charset="0"/>
        <a:buChar char="•"/>
        <a:defRPr sz="2175" kern="1200">
          <a:solidFill>
            <a:schemeClr val="tx1"/>
          </a:solidFill>
          <a:latin typeface="+mn-lt"/>
          <a:ea typeface="+mn-ea"/>
          <a:cs typeface="+mn-cs"/>
        </a:defRPr>
      </a:lvl3pPr>
      <a:lvl4pPr marL="1740218" indent="-248603" algn="l" defTabSz="994410" rtl="0" eaLnBrk="1" latinLnBrk="0" hangingPunct="1">
        <a:lnSpc>
          <a:spcPct val="90000"/>
        </a:lnSpc>
        <a:spcBef>
          <a:spcPts val="544"/>
        </a:spcBef>
        <a:buFont typeface="Arial" panose="020B0604020202020204" pitchFamily="34" charset="0"/>
        <a:buChar char="•"/>
        <a:defRPr sz="1958" kern="1200">
          <a:solidFill>
            <a:schemeClr val="tx1"/>
          </a:solidFill>
          <a:latin typeface="+mn-lt"/>
          <a:ea typeface="+mn-ea"/>
          <a:cs typeface="+mn-cs"/>
        </a:defRPr>
      </a:lvl4pPr>
      <a:lvl5pPr marL="2237423" indent="-248603" algn="l" defTabSz="994410" rtl="0" eaLnBrk="1" latinLnBrk="0" hangingPunct="1">
        <a:lnSpc>
          <a:spcPct val="90000"/>
        </a:lnSpc>
        <a:spcBef>
          <a:spcPts val="544"/>
        </a:spcBef>
        <a:buFont typeface="Arial" panose="020B0604020202020204" pitchFamily="34" charset="0"/>
        <a:buChar char="•"/>
        <a:defRPr sz="1958" kern="1200">
          <a:solidFill>
            <a:schemeClr val="tx1"/>
          </a:solidFill>
          <a:latin typeface="+mn-lt"/>
          <a:ea typeface="+mn-ea"/>
          <a:cs typeface="+mn-cs"/>
        </a:defRPr>
      </a:lvl5pPr>
      <a:lvl6pPr marL="2734628" indent="-248603" algn="l" defTabSz="994410" rtl="0" eaLnBrk="1" latinLnBrk="0" hangingPunct="1">
        <a:lnSpc>
          <a:spcPct val="90000"/>
        </a:lnSpc>
        <a:spcBef>
          <a:spcPts val="544"/>
        </a:spcBef>
        <a:buFont typeface="Arial" panose="020B0604020202020204" pitchFamily="34" charset="0"/>
        <a:buChar char="•"/>
        <a:defRPr sz="1958" kern="1200">
          <a:solidFill>
            <a:schemeClr val="tx1"/>
          </a:solidFill>
          <a:latin typeface="+mn-lt"/>
          <a:ea typeface="+mn-ea"/>
          <a:cs typeface="+mn-cs"/>
        </a:defRPr>
      </a:lvl6pPr>
      <a:lvl7pPr marL="3231833" indent="-248603" algn="l" defTabSz="994410" rtl="0" eaLnBrk="1" latinLnBrk="0" hangingPunct="1">
        <a:lnSpc>
          <a:spcPct val="90000"/>
        </a:lnSpc>
        <a:spcBef>
          <a:spcPts val="544"/>
        </a:spcBef>
        <a:buFont typeface="Arial" panose="020B0604020202020204" pitchFamily="34" charset="0"/>
        <a:buChar char="•"/>
        <a:defRPr sz="1958" kern="1200">
          <a:solidFill>
            <a:schemeClr val="tx1"/>
          </a:solidFill>
          <a:latin typeface="+mn-lt"/>
          <a:ea typeface="+mn-ea"/>
          <a:cs typeface="+mn-cs"/>
        </a:defRPr>
      </a:lvl7pPr>
      <a:lvl8pPr marL="3729038" indent="-248603" algn="l" defTabSz="994410" rtl="0" eaLnBrk="1" latinLnBrk="0" hangingPunct="1">
        <a:lnSpc>
          <a:spcPct val="90000"/>
        </a:lnSpc>
        <a:spcBef>
          <a:spcPts val="544"/>
        </a:spcBef>
        <a:buFont typeface="Arial" panose="020B0604020202020204" pitchFamily="34" charset="0"/>
        <a:buChar char="•"/>
        <a:defRPr sz="1958" kern="1200">
          <a:solidFill>
            <a:schemeClr val="tx1"/>
          </a:solidFill>
          <a:latin typeface="+mn-lt"/>
          <a:ea typeface="+mn-ea"/>
          <a:cs typeface="+mn-cs"/>
        </a:defRPr>
      </a:lvl8pPr>
      <a:lvl9pPr marL="4226243" indent="-248603" algn="l" defTabSz="994410" rtl="0" eaLnBrk="1" latinLnBrk="0" hangingPunct="1">
        <a:lnSpc>
          <a:spcPct val="90000"/>
        </a:lnSpc>
        <a:spcBef>
          <a:spcPts val="544"/>
        </a:spcBef>
        <a:buFont typeface="Arial" panose="020B0604020202020204" pitchFamily="34" charset="0"/>
        <a:buChar char="•"/>
        <a:defRPr sz="1958" kern="1200">
          <a:solidFill>
            <a:schemeClr val="tx1"/>
          </a:solidFill>
          <a:latin typeface="+mn-lt"/>
          <a:ea typeface="+mn-ea"/>
          <a:cs typeface="+mn-cs"/>
        </a:defRPr>
      </a:lvl9pPr>
    </p:bodyStyle>
    <p:otherStyle>
      <a:defPPr>
        <a:defRPr lang="en-US"/>
      </a:defPPr>
      <a:lvl1pPr marL="0" algn="l" defTabSz="994410" rtl="0" eaLnBrk="1" latinLnBrk="0" hangingPunct="1">
        <a:defRPr sz="1958" kern="1200">
          <a:solidFill>
            <a:schemeClr val="tx1"/>
          </a:solidFill>
          <a:latin typeface="+mn-lt"/>
          <a:ea typeface="+mn-ea"/>
          <a:cs typeface="+mn-cs"/>
        </a:defRPr>
      </a:lvl1pPr>
      <a:lvl2pPr marL="497205" algn="l" defTabSz="994410" rtl="0" eaLnBrk="1" latinLnBrk="0" hangingPunct="1">
        <a:defRPr sz="1958" kern="1200">
          <a:solidFill>
            <a:schemeClr val="tx1"/>
          </a:solidFill>
          <a:latin typeface="+mn-lt"/>
          <a:ea typeface="+mn-ea"/>
          <a:cs typeface="+mn-cs"/>
        </a:defRPr>
      </a:lvl2pPr>
      <a:lvl3pPr marL="994410" algn="l" defTabSz="994410" rtl="0" eaLnBrk="1" latinLnBrk="0" hangingPunct="1">
        <a:defRPr sz="1958" kern="1200">
          <a:solidFill>
            <a:schemeClr val="tx1"/>
          </a:solidFill>
          <a:latin typeface="+mn-lt"/>
          <a:ea typeface="+mn-ea"/>
          <a:cs typeface="+mn-cs"/>
        </a:defRPr>
      </a:lvl3pPr>
      <a:lvl4pPr marL="1491615" algn="l" defTabSz="994410" rtl="0" eaLnBrk="1" latinLnBrk="0" hangingPunct="1">
        <a:defRPr sz="1958" kern="1200">
          <a:solidFill>
            <a:schemeClr val="tx1"/>
          </a:solidFill>
          <a:latin typeface="+mn-lt"/>
          <a:ea typeface="+mn-ea"/>
          <a:cs typeface="+mn-cs"/>
        </a:defRPr>
      </a:lvl4pPr>
      <a:lvl5pPr marL="1988820" algn="l" defTabSz="994410" rtl="0" eaLnBrk="1" latinLnBrk="0" hangingPunct="1">
        <a:defRPr sz="1958" kern="1200">
          <a:solidFill>
            <a:schemeClr val="tx1"/>
          </a:solidFill>
          <a:latin typeface="+mn-lt"/>
          <a:ea typeface="+mn-ea"/>
          <a:cs typeface="+mn-cs"/>
        </a:defRPr>
      </a:lvl5pPr>
      <a:lvl6pPr marL="2486025" algn="l" defTabSz="994410" rtl="0" eaLnBrk="1" latinLnBrk="0" hangingPunct="1">
        <a:defRPr sz="1958" kern="1200">
          <a:solidFill>
            <a:schemeClr val="tx1"/>
          </a:solidFill>
          <a:latin typeface="+mn-lt"/>
          <a:ea typeface="+mn-ea"/>
          <a:cs typeface="+mn-cs"/>
        </a:defRPr>
      </a:lvl6pPr>
      <a:lvl7pPr marL="2983230" algn="l" defTabSz="994410" rtl="0" eaLnBrk="1" latinLnBrk="0" hangingPunct="1">
        <a:defRPr sz="1958" kern="1200">
          <a:solidFill>
            <a:schemeClr val="tx1"/>
          </a:solidFill>
          <a:latin typeface="+mn-lt"/>
          <a:ea typeface="+mn-ea"/>
          <a:cs typeface="+mn-cs"/>
        </a:defRPr>
      </a:lvl7pPr>
      <a:lvl8pPr marL="3480435" algn="l" defTabSz="994410" rtl="0" eaLnBrk="1" latinLnBrk="0" hangingPunct="1">
        <a:defRPr sz="1958" kern="1200">
          <a:solidFill>
            <a:schemeClr val="tx1"/>
          </a:solidFill>
          <a:latin typeface="+mn-lt"/>
          <a:ea typeface="+mn-ea"/>
          <a:cs typeface="+mn-cs"/>
        </a:defRPr>
      </a:lvl8pPr>
      <a:lvl9pPr marL="3977640" algn="l" defTabSz="994410" rtl="0" eaLnBrk="1" latinLnBrk="0" hangingPunct="1">
        <a:defRPr sz="1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6CE4787D-9051-1D0F-D2C8-C2CB2B6DD4A0}"/>
              </a:ext>
            </a:extLst>
          </p:cNvPr>
          <p:cNvGrpSpPr/>
          <p:nvPr/>
        </p:nvGrpSpPr>
        <p:grpSpPr>
          <a:xfrm>
            <a:off x="277265" y="202600"/>
            <a:ext cx="9386286" cy="736514"/>
            <a:chOff x="277265" y="202599"/>
            <a:chExt cx="9386286" cy="736514"/>
          </a:xfrm>
        </p:grpSpPr>
        <p:pic>
          <p:nvPicPr>
            <p:cNvPr id="25" name="Picture 24" descr="A blue sign with white text&#10;&#10;AI-generated content may be incorrect.">
              <a:extLst>
                <a:ext uri="{FF2B5EF4-FFF2-40B4-BE49-F238E27FC236}">
                  <a16:creationId xmlns:a16="http://schemas.microsoft.com/office/drawing/2014/main" id="{7F6773DE-875E-93B7-F615-2E1FA2A04890}"/>
                </a:ext>
              </a:extLst>
            </p:cNvPr>
            <p:cNvPicPr>
              <a:picLocks noChangeAspect="1"/>
            </p:cNvPicPr>
            <p:nvPr/>
          </p:nvPicPr>
          <p:blipFill>
            <a:blip r:embed="rId2"/>
            <a:stretch>
              <a:fillRect/>
            </a:stretch>
          </p:blipFill>
          <p:spPr>
            <a:xfrm>
              <a:off x="277265" y="228424"/>
              <a:ext cx="3776935" cy="710689"/>
            </a:xfrm>
            <a:prstGeom prst="rect">
              <a:avLst/>
            </a:prstGeom>
          </p:spPr>
        </p:pic>
        <p:sp>
          <p:nvSpPr>
            <p:cNvPr id="26" name="TextBox 25">
              <a:extLst>
                <a:ext uri="{FF2B5EF4-FFF2-40B4-BE49-F238E27FC236}">
                  <a16:creationId xmlns:a16="http://schemas.microsoft.com/office/drawing/2014/main" id="{62EE7F93-F369-E1E9-DECD-C11C0AD89076}"/>
                </a:ext>
              </a:extLst>
            </p:cNvPr>
            <p:cNvSpPr txBox="1"/>
            <p:nvPr/>
          </p:nvSpPr>
          <p:spPr>
            <a:xfrm>
              <a:off x="4054201" y="202599"/>
              <a:ext cx="5609350" cy="461665"/>
            </a:xfrm>
            <a:prstGeom prst="rect">
              <a:avLst/>
            </a:prstGeom>
            <a:noFill/>
          </p:spPr>
          <p:txBody>
            <a:bodyPr wrap="square" rtlCol="0">
              <a:spAutoFit/>
            </a:bodyPr>
            <a:lstStyle/>
            <a:p>
              <a:r>
                <a:rPr lang="en-UZ" sz="2400" b="1" dirty="0"/>
                <a:t>[Project Title]</a:t>
              </a:r>
            </a:p>
          </p:txBody>
        </p:sp>
        <p:sp>
          <p:nvSpPr>
            <p:cNvPr id="27" name="TextBox 26">
              <a:extLst>
                <a:ext uri="{FF2B5EF4-FFF2-40B4-BE49-F238E27FC236}">
                  <a16:creationId xmlns:a16="http://schemas.microsoft.com/office/drawing/2014/main" id="{3489989C-2460-FB46-5E8E-B268D2E72DFF}"/>
                </a:ext>
              </a:extLst>
            </p:cNvPr>
            <p:cNvSpPr txBox="1"/>
            <p:nvPr/>
          </p:nvSpPr>
          <p:spPr>
            <a:xfrm>
              <a:off x="4054201" y="638169"/>
              <a:ext cx="5609350" cy="276999"/>
            </a:xfrm>
            <a:prstGeom prst="rect">
              <a:avLst/>
            </a:prstGeom>
            <a:noFill/>
          </p:spPr>
          <p:txBody>
            <a:bodyPr wrap="square" rtlCol="0">
              <a:spAutoFit/>
            </a:bodyPr>
            <a:lstStyle/>
            <a:p>
              <a:r>
                <a:rPr lang="en-UZ" sz="1200" b="1" dirty="0"/>
                <a:t>Project Subtitle</a:t>
              </a:r>
            </a:p>
          </p:txBody>
        </p:sp>
      </p:grpSp>
      <p:grpSp>
        <p:nvGrpSpPr>
          <p:cNvPr id="28" name="Group 27">
            <a:extLst>
              <a:ext uri="{FF2B5EF4-FFF2-40B4-BE49-F238E27FC236}">
                <a16:creationId xmlns:a16="http://schemas.microsoft.com/office/drawing/2014/main" id="{84676FDA-9CA8-608E-6604-5E1C811CCBC1}"/>
              </a:ext>
            </a:extLst>
          </p:cNvPr>
          <p:cNvGrpSpPr/>
          <p:nvPr/>
        </p:nvGrpSpPr>
        <p:grpSpPr>
          <a:xfrm>
            <a:off x="325143" y="1016407"/>
            <a:ext cx="9431522" cy="483445"/>
            <a:chOff x="710005" y="1040510"/>
            <a:chExt cx="10682343" cy="235319"/>
          </a:xfrm>
        </p:grpSpPr>
        <p:sp>
          <p:nvSpPr>
            <p:cNvPr id="29" name="TextBox 28">
              <a:extLst>
                <a:ext uri="{FF2B5EF4-FFF2-40B4-BE49-F238E27FC236}">
                  <a16:creationId xmlns:a16="http://schemas.microsoft.com/office/drawing/2014/main" id="{C7B7AC4A-6A2F-D37F-8710-2AF4DB68211E}"/>
                </a:ext>
              </a:extLst>
            </p:cNvPr>
            <p:cNvSpPr txBox="1"/>
            <p:nvPr/>
          </p:nvSpPr>
          <p:spPr>
            <a:xfrm>
              <a:off x="710005" y="1065007"/>
              <a:ext cx="10682343" cy="198899"/>
            </a:xfrm>
            <a:prstGeom prst="roundRect">
              <a:avLst/>
            </a:prstGeom>
            <a:solidFill>
              <a:srgbClr val="D8B45E"/>
            </a:solidFill>
            <a:ln>
              <a:noFill/>
            </a:ln>
            <a:effectLst>
              <a:outerShdw blurRad="50800" dist="38100" dir="2700000" algn="tl" rotWithShape="0">
                <a:prstClr val="black">
                  <a:alpha val="40000"/>
                </a:prstClr>
              </a:outerShdw>
            </a:effectLst>
          </p:spPr>
          <p:txBody>
            <a:bodyPr wrap="square" rtlCol="0">
              <a:spAutoFit/>
            </a:bodyPr>
            <a:lstStyle/>
            <a:p>
              <a:endParaRPr lang="en-UZ" dirty="0"/>
            </a:p>
          </p:txBody>
        </p:sp>
        <p:sp>
          <p:nvSpPr>
            <p:cNvPr id="30" name="TextBox 29">
              <a:extLst>
                <a:ext uri="{FF2B5EF4-FFF2-40B4-BE49-F238E27FC236}">
                  <a16:creationId xmlns:a16="http://schemas.microsoft.com/office/drawing/2014/main" id="{3FAE5612-2197-45FE-2CB2-7690F0A94099}"/>
                </a:ext>
              </a:extLst>
            </p:cNvPr>
            <p:cNvSpPr txBox="1"/>
            <p:nvPr/>
          </p:nvSpPr>
          <p:spPr>
            <a:xfrm>
              <a:off x="2780852" y="1040510"/>
              <a:ext cx="6099586" cy="149812"/>
            </a:xfrm>
            <a:prstGeom prst="rect">
              <a:avLst/>
            </a:prstGeom>
            <a:noFill/>
          </p:spPr>
          <p:txBody>
            <a:bodyPr wrap="square">
              <a:spAutoFit/>
            </a:bodyPr>
            <a:lstStyle/>
            <a:p>
              <a:pPr algn="ctr"/>
              <a:r>
                <a:rPr lang="en-US" sz="1400" b="1" dirty="0"/>
                <a:t>Team Members’ Name</a:t>
              </a:r>
              <a:endParaRPr lang="en-UZ" sz="1400" b="1" dirty="0"/>
            </a:p>
          </p:txBody>
        </p:sp>
        <p:sp>
          <p:nvSpPr>
            <p:cNvPr id="31" name="TextBox 30">
              <a:extLst>
                <a:ext uri="{FF2B5EF4-FFF2-40B4-BE49-F238E27FC236}">
                  <a16:creationId xmlns:a16="http://schemas.microsoft.com/office/drawing/2014/main" id="{1CB98AC9-EA26-20FF-B918-709408E55DB9}"/>
                </a:ext>
              </a:extLst>
            </p:cNvPr>
            <p:cNvSpPr txBox="1"/>
            <p:nvPr/>
          </p:nvSpPr>
          <p:spPr>
            <a:xfrm>
              <a:off x="2864677" y="1140999"/>
              <a:ext cx="6099586" cy="134830"/>
            </a:xfrm>
            <a:prstGeom prst="rect">
              <a:avLst/>
            </a:prstGeom>
            <a:noFill/>
          </p:spPr>
          <p:txBody>
            <a:bodyPr wrap="square">
              <a:spAutoFit/>
            </a:bodyPr>
            <a:lstStyle/>
            <a:p>
              <a:pPr algn="ctr"/>
              <a:r>
                <a:rPr lang="en-US" sz="1200" dirty="0"/>
                <a:t>Student IDs - BSc in Computer Science</a:t>
              </a:r>
              <a:endParaRPr lang="en-UZ" sz="1200" dirty="0"/>
            </a:p>
          </p:txBody>
        </p:sp>
      </p:grpSp>
      <p:sp>
        <p:nvSpPr>
          <p:cNvPr id="32" name="TextBox 31">
            <a:extLst>
              <a:ext uri="{FF2B5EF4-FFF2-40B4-BE49-F238E27FC236}">
                <a16:creationId xmlns:a16="http://schemas.microsoft.com/office/drawing/2014/main" id="{C4D1468D-A2C2-00C2-D771-1D5503D1284F}"/>
              </a:ext>
            </a:extLst>
          </p:cNvPr>
          <p:cNvSpPr txBox="1"/>
          <p:nvPr/>
        </p:nvSpPr>
        <p:spPr>
          <a:xfrm>
            <a:off x="436707" y="1647119"/>
            <a:ext cx="2971511" cy="2905790"/>
          </a:xfrm>
          <a:prstGeom prst="rect">
            <a:avLst/>
          </a:prstGeom>
          <a:noFill/>
          <a:ln w="19050">
            <a:solidFill>
              <a:srgbClr val="D8B45E"/>
            </a:solidFill>
            <a:prstDash val="solid"/>
          </a:ln>
        </p:spPr>
        <p:txBody>
          <a:bodyPr wrap="square" rtlCol="0">
            <a:noAutofit/>
          </a:bodyPr>
          <a:lstStyle/>
          <a:p>
            <a:pPr algn="ctr"/>
            <a:r>
              <a:rPr lang="en-US" sz="1100" b="1" dirty="0"/>
              <a:t>INTRODUCTION</a:t>
            </a:r>
          </a:p>
          <a:p>
            <a:pPr algn="ctr"/>
            <a:endParaRPr lang="en-US" sz="300" b="1" dirty="0"/>
          </a:p>
          <a:p>
            <a:pPr algn="just"/>
            <a:r>
              <a:rPr lang="en-US" sz="1100" dirty="0"/>
              <a:t>The management of personal finances is a critical life skill that directly impacts an individual's quality of life and long-term security. However, in an era of digital payments and one-click purchases, many people find it increasingly difficult to keep an accurate record of their daily spending. This lack of oversight often leads to "lifestyle creep," where unnecessary small expenses prevent individuals from achieving significant savings goals. While the mobile app market is flooded with financial tools, many users report that existing solutions are either too complex for daily use or too generic to provide meaningful behavioral change.</a:t>
            </a:r>
            <a:endParaRPr lang="en-UZ" sz="1100" dirty="0"/>
          </a:p>
        </p:txBody>
      </p:sp>
      <p:sp>
        <p:nvSpPr>
          <p:cNvPr id="37" name="TextBox 36">
            <a:extLst>
              <a:ext uri="{FF2B5EF4-FFF2-40B4-BE49-F238E27FC236}">
                <a16:creationId xmlns:a16="http://schemas.microsoft.com/office/drawing/2014/main" id="{D31BCA5B-B9AE-F2EB-0835-7EE2E1FE6636}"/>
              </a:ext>
            </a:extLst>
          </p:cNvPr>
          <p:cNvSpPr txBox="1"/>
          <p:nvPr/>
        </p:nvSpPr>
        <p:spPr>
          <a:xfrm>
            <a:off x="3579148" y="3398933"/>
            <a:ext cx="3024942" cy="2905790"/>
          </a:xfrm>
          <a:prstGeom prst="rect">
            <a:avLst/>
          </a:prstGeom>
          <a:noFill/>
          <a:ln w="19050">
            <a:solidFill>
              <a:srgbClr val="D8B45E"/>
            </a:solidFill>
            <a:prstDash val="solid"/>
          </a:ln>
        </p:spPr>
        <p:txBody>
          <a:bodyPr wrap="square" rtlCol="0">
            <a:noAutofit/>
          </a:bodyPr>
          <a:lstStyle/>
          <a:p>
            <a:pPr algn="ctr"/>
            <a:r>
              <a:rPr lang="en-US" sz="1100" b="1" dirty="0"/>
              <a:t>RESULTS</a:t>
            </a:r>
          </a:p>
          <a:p>
            <a:pPr algn="ctr"/>
            <a:endParaRPr lang="en-US" sz="300" b="1" dirty="0"/>
          </a:p>
          <a:p>
            <a:pPr algn="just"/>
            <a:r>
              <a:rPr lang="en-US" sz="1100" dirty="0"/>
              <a:t>The research findings demonstrate that the application significantly optimizes financial management by increasing logging efficiency by 60% through a highly preferred three-tap interface. This streamlined monitoring directly impacts user behavior, identifying that 35% of spending is allocated to non-essential "Wants" and triggering a 22% reduction in immediate expenditures following "Amber" visual alerts. Ultimately, the combination of a simplified UI and mandatory transaction classification fosters meaningful habit change by increasing "pause and reflect" moments and successfully pinpointing an average of 1.8 financial leaks per user.</a:t>
            </a:r>
            <a:endParaRPr lang="en-UZ" sz="1100" dirty="0"/>
          </a:p>
        </p:txBody>
      </p:sp>
      <p:sp>
        <p:nvSpPr>
          <p:cNvPr id="38" name="TextBox 37">
            <a:extLst>
              <a:ext uri="{FF2B5EF4-FFF2-40B4-BE49-F238E27FC236}">
                <a16:creationId xmlns:a16="http://schemas.microsoft.com/office/drawing/2014/main" id="{0D2530DA-AFD9-883F-3FC6-AD45E76C28E1}"/>
              </a:ext>
            </a:extLst>
          </p:cNvPr>
          <p:cNvSpPr txBox="1"/>
          <p:nvPr/>
        </p:nvSpPr>
        <p:spPr>
          <a:xfrm>
            <a:off x="436707" y="4700176"/>
            <a:ext cx="2971511" cy="2905790"/>
          </a:xfrm>
          <a:prstGeom prst="rect">
            <a:avLst/>
          </a:prstGeom>
          <a:noFill/>
          <a:ln w="19050">
            <a:solidFill>
              <a:srgbClr val="D8B45E"/>
            </a:solidFill>
            <a:prstDash val="solid"/>
          </a:ln>
        </p:spPr>
        <p:txBody>
          <a:bodyPr wrap="square" rtlCol="0">
            <a:noAutofit/>
          </a:bodyPr>
          <a:lstStyle/>
          <a:p>
            <a:pPr algn="ctr"/>
            <a:r>
              <a:rPr lang="en-US" sz="1100" b="1" dirty="0"/>
              <a:t>PROJECT OBJECTIVES</a:t>
            </a:r>
          </a:p>
          <a:p>
            <a:pPr algn="ctr"/>
            <a:endParaRPr lang="en-US" sz="300" b="1" dirty="0"/>
          </a:p>
          <a:p>
            <a:r>
              <a:rPr lang="en-US" sz="1100" dirty="0"/>
              <a:t>The primary goal of this project is to develop a mobile application that simplifies money management and encourages saving. The specific objectives are:</a:t>
            </a:r>
          </a:p>
          <a:p>
            <a:pPr marL="228600" indent="-228600">
              <a:buFont typeface="+mj-lt"/>
              <a:buAutoNum type="arabicPeriod"/>
            </a:pPr>
            <a:r>
              <a:rPr lang="en-US" sz="1100" dirty="0"/>
              <a:t>To create a frictionless system for tracking daily income and expenses.</a:t>
            </a:r>
          </a:p>
          <a:p>
            <a:pPr marL="228600" indent="-228600">
              <a:buFont typeface="+mj-lt"/>
              <a:buAutoNum type="arabicPeriod"/>
            </a:pPr>
            <a:r>
              <a:rPr lang="en-US" sz="1100" dirty="0"/>
              <a:t>To design features that identify and reduce unnecessary recurring payments.</a:t>
            </a:r>
          </a:p>
          <a:p>
            <a:pPr marL="228600" indent="-228600">
              <a:buFont typeface="+mj-lt"/>
              <a:buAutoNum type="arabicPeriod"/>
            </a:pPr>
            <a:r>
              <a:rPr lang="en-US" sz="1100" dirty="0"/>
              <a:t>To implement visual summaries and alerts that improve user financial awareness.</a:t>
            </a:r>
          </a:p>
          <a:p>
            <a:pPr marL="228600" indent="-228600">
              <a:buFont typeface="+mj-lt"/>
              <a:buAutoNum type="arabicPeriod"/>
            </a:pPr>
            <a:r>
              <a:rPr lang="en-US" sz="1100" dirty="0"/>
              <a:t>To develop a user interface that emphasizes simplicity and high usability.</a:t>
            </a:r>
          </a:p>
          <a:p>
            <a:pPr marL="228600" indent="-228600">
              <a:buFont typeface="+mj-lt"/>
              <a:buAutoNum type="arabicPeriod"/>
            </a:pPr>
            <a:r>
              <a:rPr lang="en-US" sz="1100" dirty="0"/>
              <a:t>To provide tools that help users understand and improve their long-term financial habits.</a:t>
            </a:r>
          </a:p>
        </p:txBody>
      </p:sp>
      <p:pic>
        <p:nvPicPr>
          <p:cNvPr id="40" name="Picture 39" descr="A diagram of a design process&#10;&#10;AI-generated content may be incorrect.">
            <a:extLst>
              <a:ext uri="{FF2B5EF4-FFF2-40B4-BE49-F238E27FC236}">
                <a16:creationId xmlns:a16="http://schemas.microsoft.com/office/drawing/2014/main" id="{E9E687D3-F2A9-33A2-F49A-606ACE2515EC}"/>
              </a:ext>
            </a:extLst>
          </p:cNvPr>
          <p:cNvPicPr>
            <a:picLocks noChangeAspect="1"/>
          </p:cNvPicPr>
          <p:nvPr/>
        </p:nvPicPr>
        <p:blipFill>
          <a:blip r:embed="rId3"/>
          <a:stretch>
            <a:fillRect/>
          </a:stretch>
        </p:blipFill>
        <p:spPr>
          <a:xfrm>
            <a:off x="3564373" y="1655972"/>
            <a:ext cx="3039717" cy="1633493"/>
          </a:xfrm>
          <a:prstGeom prst="rect">
            <a:avLst/>
          </a:prstGeom>
        </p:spPr>
      </p:pic>
      <p:sp>
        <p:nvSpPr>
          <p:cNvPr id="36" name="TextBox 35">
            <a:extLst>
              <a:ext uri="{FF2B5EF4-FFF2-40B4-BE49-F238E27FC236}">
                <a16:creationId xmlns:a16="http://schemas.microsoft.com/office/drawing/2014/main" id="{F0F2C3F1-94E9-40FB-47FB-E014DE7371A9}"/>
              </a:ext>
            </a:extLst>
          </p:cNvPr>
          <p:cNvSpPr txBox="1"/>
          <p:nvPr/>
        </p:nvSpPr>
        <p:spPr>
          <a:xfrm>
            <a:off x="418258" y="7695245"/>
            <a:ext cx="2971511" cy="4602129"/>
          </a:xfrm>
          <a:prstGeom prst="rect">
            <a:avLst/>
          </a:prstGeom>
          <a:noFill/>
          <a:ln w="19050">
            <a:solidFill>
              <a:srgbClr val="D8B45E"/>
            </a:solidFill>
            <a:prstDash val="solid"/>
          </a:ln>
        </p:spPr>
        <p:txBody>
          <a:bodyPr wrap="square" rtlCol="0">
            <a:noAutofit/>
          </a:bodyPr>
          <a:lstStyle/>
          <a:p>
            <a:pPr algn="ctr"/>
            <a:r>
              <a:rPr lang="en-US" sz="1100" b="1" dirty="0"/>
              <a:t>METHODOLOGY</a:t>
            </a:r>
          </a:p>
          <a:p>
            <a:endParaRPr lang="en-US" sz="1100" dirty="0"/>
          </a:p>
          <a:p>
            <a:pPr marL="450850" algn="just">
              <a:tabLst>
                <a:tab pos="2835275" algn="l"/>
              </a:tabLst>
            </a:pPr>
            <a:r>
              <a:rPr lang="en-US" sz="1100" dirty="0"/>
              <a:t>The User Experience Strategy serves as the foundational pillar where the project’s vision is aligned with both user needs and business objectives. </a:t>
            </a:r>
          </a:p>
          <a:p>
            <a:endParaRPr lang="en-US" sz="1100" dirty="0"/>
          </a:p>
          <a:p>
            <a:endParaRPr lang="en-US" sz="1100" dirty="0"/>
          </a:p>
          <a:p>
            <a:pPr marL="450850" algn="just"/>
            <a:r>
              <a:rPr lang="en-US" sz="1100" dirty="0"/>
              <a:t>Once the strategy is clear, the Information Architecture phase focuses on organizing, structuring, and labeling content to support findability and usability. </a:t>
            </a:r>
          </a:p>
          <a:p>
            <a:endParaRPr lang="en-US" sz="1100" dirty="0"/>
          </a:p>
          <a:p>
            <a:endParaRPr lang="en-US" sz="1100" dirty="0"/>
          </a:p>
          <a:p>
            <a:pPr marL="450850" algn="just"/>
            <a:r>
              <a:rPr lang="en-US" sz="1100" dirty="0"/>
              <a:t>The Behavioral Logic Design pillar defines the interactive nature of the system, transforming static layouts into a living, responsive interface. </a:t>
            </a:r>
          </a:p>
          <a:p>
            <a:endParaRPr lang="en-US" sz="1100" dirty="0"/>
          </a:p>
          <a:p>
            <a:endParaRPr lang="en-US" sz="1100" dirty="0"/>
          </a:p>
          <a:p>
            <a:pPr marL="450850" algn="just"/>
            <a:r>
              <a:rPr lang="en-US" sz="1100" dirty="0"/>
              <a:t>The final pillar, Data Modeling, bridges the gap between design and engineering by defining the underlying technical structures required to power the interface. </a:t>
            </a:r>
            <a:endParaRPr lang="en-UZ" sz="1100" dirty="0"/>
          </a:p>
        </p:txBody>
      </p:sp>
      <p:grpSp>
        <p:nvGrpSpPr>
          <p:cNvPr id="57" name="Group 56">
            <a:extLst>
              <a:ext uri="{FF2B5EF4-FFF2-40B4-BE49-F238E27FC236}">
                <a16:creationId xmlns:a16="http://schemas.microsoft.com/office/drawing/2014/main" id="{EF41F44B-2B19-DC84-54F2-5801DF4BA9BD}"/>
              </a:ext>
            </a:extLst>
          </p:cNvPr>
          <p:cNvGrpSpPr/>
          <p:nvPr/>
        </p:nvGrpSpPr>
        <p:grpSpPr>
          <a:xfrm>
            <a:off x="358488" y="7953273"/>
            <a:ext cx="2884118" cy="4186279"/>
            <a:chOff x="3540433" y="3614772"/>
            <a:chExt cx="2884118" cy="4186279"/>
          </a:xfrm>
        </p:grpSpPr>
        <p:cxnSp>
          <p:nvCxnSpPr>
            <p:cNvPr id="42" name="Straight Connector 41">
              <a:extLst>
                <a:ext uri="{FF2B5EF4-FFF2-40B4-BE49-F238E27FC236}">
                  <a16:creationId xmlns:a16="http://schemas.microsoft.com/office/drawing/2014/main" id="{65326969-6865-0D21-7525-1AE649F2AFA7}"/>
                </a:ext>
              </a:extLst>
            </p:cNvPr>
            <p:cNvCxnSpPr/>
            <p:nvPr/>
          </p:nvCxnSpPr>
          <p:spPr>
            <a:xfrm>
              <a:off x="3657600" y="4561762"/>
              <a:ext cx="2766951" cy="0"/>
            </a:xfrm>
            <a:prstGeom prst="line">
              <a:avLst/>
            </a:prstGeom>
            <a:ln>
              <a:solidFill>
                <a:srgbClr val="D8B45E"/>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8935D7A7-35B1-BB23-17CA-D043E937F4D2}"/>
                </a:ext>
              </a:extLst>
            </p:cNvPr>
            <p:cNvCxnSpPr/>
            <p:nvPr/>
          </p:nvCxnSpPr>
          <p:spPr>
            <a:xfrm>
              <a:off x="3657600" y="5733800"/>
              <a:ext cx="2766951" cy="0"/>
            </a:xfrm>
            <a:prstGeom prst="line">
              <a:avLst/>
            </a:prstGeom>
            <a:ln>
              <a:solidFill>
                <a:srgbClr val="D8B45E"/>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C0169956-94AD-0AB7-C99E-7BD9A046F7AE}"/>
                </a:ext>
              </a:extLst>
            </p:cNvPr>
            <p:cNvCxnSpPr/>
            <p:nvPr/>
          </p:nvCxnSpPr>
          <p:spPr>
            <a:xfrm>
              <a:off x="3657600" y="6764191"/>
              <a:ext cx="2766951" cy="0"/>
            </a:xfrm>
            <a:prstGeom prst="line">
              <a:avLst/>
            </a:prstGeom>
            <a:ln>
              <a:solidFill>
                <a:srgbClr val="D8B45E"/>
              </a:solidFill>
            </a:ln>
          </p:spPr>
          <p:style>
            <a:lnRef idx="2">
              <a:schemeClr val="accent1"/>
            </a:lnRef>
            <a:fillRef idx="0">
              <a:schemeClr val="accent1"/>
            </a:fillRef>
            <a:effectRef idx="1">
              <a:schemeClr val="accent1"/>
            </a:effectRef>
            <a:fontRef idx="minor">
              <a:schemeClr val="tx1"/>
            </a:fontRef>
          </p:style>
        </p:cxnSp>
        <p:sp>
          <p:nvSpPr>
            <p:cNvPr id="46" name="Rectangle 45">
              <a:extLst>
                <a:ext uri="{FF2B5EF4-FFF2-40B4-BE49-F238E27FC236}">
                  <a16:creationId xmlns:a16="http://schemas.microsoft.com/office/drawing/2014/main" id="{D5DE1ED6-B4CF-A1A1-4989-54EA47CCCAEF}"/>
                </a:ext>
              </a:extLst>
            </p:cNvPr>
            <p:cNvSpPr/>
            <p:nvPr/>
          </p:nvSpPr>
          <p:spPr>
            <a:xfrm>
              <a:off x="3555148" y="3614772"/>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1</a:t>
              </a:r>
            </a:p>
          </p:txBody>
        </p:sp>
        <p:sp>
          <p:nvSpPr>
            <p:cNvPr id="47" name="Rectangle 46">
              <a:extLst>
                <a:ext uri="{FF2B5EF4-FFF2-40B4-BE49-F238E27FC236}">
                  <a16:creationId xmlns:a16="http://schemas.microsoft.com/office/drawing/2014/main" id="{483BEE90-B0E1-CF1E-0538-C5D08C94274D}"/>
                </a:ext>
              </a:extLst>
            </p:cNvPr>
            <p:cNvSpPr/>
            <p:nvPr/>
          </p:nvSpPr>
          <p:spPr>
            <a:xfrm>
              <a:off x="3564373" y="4695584"/>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2</a:t>
              </a:r>
            </a:p>
          </p:txBody>
        </p:sp>
        <p:sp>
          <p:nvSpPr>
            <p:cNvPr id="48" name="Rectangle 47">
              <a:extLst>
                <a:ext uri="{FF2B5EF4-FFF2-40B4-BE49-F238E27FC236}">
                  <a16:creationId xmlns:a16="http://schemas.microsoft.com/office/drawing/2014/main" id="{94EBC4AF-EC60-2016-08A3-35906AE7E3A4}"/>
                </a:ext>
              </a:extLst>
            </p:cNvPr>
            <p:cNvSpPr/>
            <p:nvPr/>
          </p:nvSpPr>
          <p:spPr>
            <a:xfrm>
              <a:off x="3540433" y="5796909"/>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3</a:t>
              </a:r>
            </a:p>
          </p:txBody>
        </p:sp>
        <p:sp>
          <p:nvSpPr>
            <p:cNvPr id="49" name="Rectangle 48">
              <a:extLst>
                <a:ext uri="{FF2B5EF4-FFF2-40B4-BE49-F238E27FC236}">
                  <a16:creationId xmlns:a16="http://schemas.microsoft.com/office/drawing/2014/main" id="{466171F5-E105-F75F-A84F-7F07E1C6050C}"/>
                </a:ext>
              </a:extLst>
            </p:cNvPr>
            <p:cNvSpPr/>
            <p:nvPr/>
          </p:nvSpPr>
          <p:spPr>
            <a:xfrm>
              <a:off x="3564373" y="6877721"/>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4</a:t>
              </a:r>
            </a:p>
          </p:txBody>
        </p:sp>
      </p:grpSp>
      <p:sp>
        <p:nvSpPr>
          <p:cNvPr id="50" name="TextBox 49">
            <a:extLst>
              <a:ext uri="{FF2B5EF4-FFF2-40B4-BE49-F238E27FC236}">
                <a16:creationId xmlns:a16="http://schemas.microsoft.com/office/drawing/2014/main" id="{BF0F56F8-4F66-B18B-3F02-5CF952295302}"/>
              </a:ext>
            </a:extLst>
          </p:cNvPr>
          <p:cNvSpPr txBox="1"/>
          <p:nvPr/>
        </p:nvSpPr>
        <p:spPr>
          <a:xfrm>
            <a:off x="6778159" y="9336737"/>
            <a:ext cx="2971511" cy="2960637"/>
          </a:xfrm>
          <a:prstGeom prst="rect">
            <a:avLst/>
          </a:prstGeom>
          <a:noFill/>
          <a:ln w="19050">
            <a:solidFill>
              <a:srgbClr val="D8B45E"/>
            </a:solidFill>
            <a:prstDash val="solid"/>
          </a:ln>
        </p:spPr>
        <p:txBody>
          <a:bodyPr wrap="square" rtlCol="0">
            <a:noAutofit/>
          </a:bodyPr>
          <a:lstStyle/>
          <a:p>
            <a:pPr algn="ctr"/>
            <a:r>
              <a:rPr lang="en-US" sz="1100" b="1" dirty="0"/>
              <a:t>ACKNOWLEDGMENT (Optional)</a:t>
            </a:r>
          </a:p>
          <a:p>
            <a:pPr algn="ctr"/>
            <a:endParaRPr lang="en-US" sz="300" b="1" dirty="0"/>
          </a:p>
          <a:p>
            <a:pPr algn="just"/>
            <a:r>
              <a:rPr lang="en-US" sz="1100" dirty="0"/>
              <a:t>“My sincere appreciation also goes to the Engineering School and the CAU community for their continuous academic inspiration, support, and the enriching environment they provide for learning and innovation. Their commitment to excellence has played a significant role in shaping both this project and my overall academic journey. I am equally grateful to the app’s testers for their time, participation, and valuable feedback. The data they provided was instrumental in evaluating the system, identifying areas for improvement, and refining the final outcome of this project. Without their contributions, this work would not have achieved its current level of depth and effectiveness.”</a:t>
            </a:r>
            <a:endParaRPr lang="en-UZ" sz="1100" dirty="0"/>
          </a:p>
        </p:txBody>
      </p:sp>
      <p:sp>
        <p:nvSpPr>
          <p:cNvPr id="51" name="TextBox 50">
            <a:extLst>
              <a:ext uri="{FF2B5EF4-FFF2-40B4-BE49-F238E27FC236}">
                <a16:creationId xmlns:a16="http://schemas.microsoft.com/office/drawing/2014/main" id="{7A68E84B-59B9-38C3-78B3-3AB02E7E85D1}"/>
              </a:ext>
            </a:extLst>
          </p:cNvPr>
          <p:cNvSpPr txBox="1"/>
          <p:nvPr/>
        </p:nvSpPr>
        <p:spPr>
          <a:xfrm>
            <a:off x="6785154" y="1647119"/>
            <a:ext cx="2971511" cy="3664510"/>
          </a:xfrm>
          <a:prstGeom prst="rect">
            <a:avLst/>
          </a:prstGeom>
          <a:noFill/>
          <a:ln w="19050">
            <a:solidFill>
              <a:srgbClr val="D8B45E"/>
            </a:solidFill>
            <a:prstDash val="solid"/>
          </a:ln>
        </p:spPr>
        <p:txBody>
          <a:bodyPr wrap="square" rtlCol="0">
            <a:noAutofit/>
          </a:bodyPr>
          <a:lstStyle/>
          <a:p>
            <a:pPr algn="ctr"/>
            <a:r>
              <a:rPr lang="en-US" sz="1100" b="1" dirty="0"/>
              <a:t>CONCLUSION</a:t>
            </a:r>
          </a:p>
          <a:p>
            <a:pPr algn="ctr"/>
            <a:endParaRPr lang="en-US" sz="300" b="1" dirty="0"/>
          </a:p>
          <a:p>
            <a:pPr algn="just"/>
            <a:r>
              <a:rPr lang="en-US" sz="1100" dirty="0"/>
              <a:t>This project has successfully achieved all five of its Research Objectives (RO), demonstrating both its effectiveness and practical relevance. It has evolved beyond its initial concept as a simple digital ledger into a more impactful behavioral intervention tool, designed to influence and improve users’ financial habits. The findings highlight an important principle in money management: less is often more. Rather than overwhelming users with complex features, the project focuses on simplicity, clarity, and ease of use. By offering a tool that is fast, visually intuitive, and encourages reflection, it enables users to better understand their spending patterns and make more informed decisions. Ultimately, this approach empowers individuals to take greater control of their financial futures, fostering sustainable habits and long-term financial awareness—one tap at a time.</a:t>
            </a:r>
            <a:endParaRPr lang="en-UZ" sz="1100" dirty="0"/>
          </a:p>
        </p:txBody>
      </p:sp>
      <p:sp>
        <p:nvSpPr>
          <p:cNvPr id="53" name="TextBox 52">
            <a:extLst>
              <a:ext uri="{FF2B5EF4-FFF2-40B4-BE49-F238E27FC236}">
                <a16:creationId xmlns:a16="http://schemas.microsoft.com/office/drawing/2014/main" id="{017BDE42-FD9B-B986-3B89-A31F89B31AAC}"/>
              </a:ext>
            </a:extLst>
          </p:cNvPr>
          <p:cNvSpPr txBox="1"/>
          <p:nvPr/>
        </p:nvSpPr>
        <p:spPr>
          <a:xfrm>
            <a:off x="6778159" y="5458896"/>
            <a:ext cx="2971511" cy="3803459"/>
          </a:xfrm>
          <a:prstGeom prst="rect">
            <a:avLst/>
          </a:prstGeom>
          <a:noFill/>
          <a:ln w="19050">
            <a:solidFill>
              <a:srgbClr val="D8B45E"/>
            </a:solidFill>
            <a:prstDash val="solid"/>
          </a:ln>
        </p:spPr>
        <p:txBody>
          <a:bodyPr wrap="square" rtlCol="0">
            <a:noAutofit/>
          </a:bodyPr>
          <a:lstStyle/>
          <a:p>
            <a:pPr algn="ctr"/>
            <a:r>
              <a:rPr lang="en-US" sz="1100" b="1" dirty="0"/>
              <a:t>RECOMMENDATION AND FUTURE WORK</a:t>
            </a:r>
          </a:p>
          <a:p>
            <a:pPr algn="ctr"/>
            <a:endParaRPr lang="en-US" sz="100" b="1" dirty="0"/>
          </a:p>
          <a:p>
            <a:pPr algn="ctr"/>
            <a:endParaRPr lang="en-US" sz="100" b="1" dirty="0"/>
          </a:p>
          <a:p>
            <a:pPr algn="ctr"/>
            <a:endParaRPr lang="en-US" sz="100" b="1" dirty="0"/>
          </a:p>
          <a:p>
            <a:pPr algn="ctr"/>
            <a:endParaRPr lang="en-US" sz="100" b="1" dirty="0"/>
          </a:p>
          <a:p>
            <a:pPr algn="ctr"/>
            <a:endParaRPr lang="en-US" sz="100" b="1" dirty="0"/>
          </a:p>
          <a:p>
            <a:pPr algn="ctr"/>
            <a:endParaRPr lang="en-US" sz="100" b="1" dirty="0"/>
          </a:p>
          <a:p>
            <a:pPr algn="just"/>
            <a:endParaRPr lang="en-US" sz="100" dirty="0"/>
          </a:p>
          <a:p>
            <a:pPr algn="just"/>
            <a:r>
              <a:rPr lang="en-US" sz="1100" dirty="0"/>
              <a:t>While this study intentionally focused on manual data entry to promote greater mindfulness and user awareness, future research could explore the integration of Machine Learning techniques to automate the categorization of expenses into ‘Wants’ and ‘Needs.’ For example, location-based data and spending patterns could be leveraged to intelligently classify transactions, reducing user effort while maintaining behavioral insights. Additionally, expanding the pilot study to include a larger and more diverse demographic sample would yield more comprehensive findings. In particular, examining how cultural spending behaviors across Central Asia influence user responses to digital ‘nudge’ alerts could provide valuable insights into the adaptability and effectiveness of such interventions in different social and economic contexts.</a:t>
            </a:r>
            <a:endParaRPr lang="en-UZ" sz="1100" dirty="0"/>
          </a:p>
        </p:txBody>
      </p:sp>
      <p:sp>
        <p:nvSpPr>
          <p:cNvPr id="54" name="TextBox 53">
            <a:extLst>
              <a:ext uri="{FF2B5EF4-FFF2-40B4-BE49-F238E27FC236}">
                <a16:creationId xmlns:a16="http://schemas.microsoft.com/office/drawing/2014/main" id="{5FF71807-CE87-ACE8-460E-AC153A7182C8}"/>
              </a:ext>
            </a:extLst>
          </p:cNvPr>
          <p:cNvSpPr txBox="1"/>
          <p:nvPr/>
        </p:nvSpPr>
        <p:spPr>
          <a:xfrm>
            <a:off x="3540433" y="11555735"/>
            <a:ext cx="3048942" cy="741639"/>
          </a:xfrm>
          <a:prstGeom prst="rect">
            <a:avLst/>
          </a:prstGeom>
          <a:noFill/>
          <a:ln w="19050">
            <a:solidFill>
              <a:srgbClr val="D8B45E"/>
            </a:solidFill>
            <a:prstDash val="solid"/>
          </a:ln>
        </p:spPr>
        <p:txBody>
          <a:bodyPr wrap="square" rtlCol="0">
            <a:noAutofit/>
          </a:bodyPr>
          <a:lstStyle/>
          <a:p>
            <a:pPr algn="ctr"/>
            <a:r>
              <a:rPr lang="en-US" sz="1100" b="1" dirty="0"/>
              <a:t>SUPERVISOR</a:t>
            </a:r>
          </a:p>
          <a:p>
            <a:pPr algn="ctr"/>
            <a:endParaRPr lang="en-US" sz="300" b="1" dirty="0"/>
          </a:p>
          <a:p>
            <a:pPr algn="ctr"/>
            <a:r>
              <a:rPr lang="en-US" sz="1100" dirty="0"/>
              <a:t>[Dr. Name of Supervisor]</a:t>
            </a:r>
          </a:p>
          <a:p>
            <a:pPr algn="ctr"/>
            <a:r>
              <a:rPr lang="en-US" sz="1100" dirty="0"/>
              <a:t>[supervisor]@</a:t>
            </a:r>
            <a:r>
              <a:rPr lang="en-US" sz="1100" dirty="0" err="1"/>
              <a:t>centralasian.uz</a:t>
            </a:r>
            <a:endParaRPr lang="en-UZ" sz="1100" dirty="0"/>
          </a:p>
        </p:txBody>
      </p:sp>
      <p:sp>
        <p:nvSpPr>
          <p:cNvPr id="58" name="TextBox 57">
            <a:extLst>
              <a:ext uri="{FF2B5EF4-FFF2-40B4-BE49-F238E27FC236}">
                <a16:creationId xmlns:a16="http://schemas.microsoft.com/office/drawing/2014/main" id="{F73BF30A-0AFE-C8FF-77E6-6EB473CD8D85}"/>
              </a:ext>
            </a:extLst>
          </p:cNvPr>
          <p:cNvSpPr txBox="1"/>
          <p:nvPr/>
        </p:nvSpPr>
        <p:spPr>
          <a:xfrm>
            <a:off x="3540433" y="6414190"/>
            <a:ext cx="3056002" cy="5069377"/>
          </a:xfrm>
          <a:prstGeom prst="rect">
            <a:avLst/>
          </a:prstGeom>
          <a:noFill/>
          <a:ln w="19050">
            <a:solidFill>
              <a:srgbClr val="D8B45E"/>
            </a:solidFill>
            <a:prstDash val="solid"/>
          </a:ln>
        </p:spPr>
        <p:txBody>
          <a:bodyPr wrap="square" rtlCol="0">
            <a:noAutofit/>
          </a:bodyPr>
          <a:lstStyle/>
          <a:p>
            <a:pPr algn="ctr"/>
            <a:r>
              <a:rPr lang="en-US" sz="1100" b="1" dirty="0"/>
              <a:t>PROJECT OUTPUT</a:t>
            </a:r>
          </a:p>
          <a:p>
            <a:pPr algn="just"/>
            <a:endParaRPr lang="en-US" sz="300" dirty="0"/>
          </a:p>
          <a:p>
            <a:pPr algn="just"/>
            <a:r>
              <a:rPr lang="en-US" sz="1100" dirty="0"/>
              <a:t>The following screenshots show the mobile application interface, providing an overview of its main screens and key features.”</a:t>
            </a:r>
          </a:p>
        </p:txBody>
      </p:sp>
      <p:grpSp>
        <p:nvGrpSpPr>
          <p:cNvPr id="66" name="Group 65">
            <a:extLst>
              <a:ext uri="{FF2B5EF4-FFF2-40B4-BE49-F238E27FC236}">
                <a16:creationId xmlns:a16="http://schemas.microsoft.com/office/drawing/2014/main" id="{D92360DC-E548-4B3F-1565-E144EC711F52}"/>
              </a:ext>
            </a:extLst>
          </p:cNvPr>
          <p:cNvGrpSpPr/>
          <p:nvPr/>
        </p:nvGrpSpPr>
        <p:grpSpPr>
          <a:xfrm>
            <a:off x="3647522" y="7345159"/>
            <a:ext cx="2837528" cy="3971340"/>
            <a:chOff x="3647522" y="7345159"/>
            <a:chExt cx="2837528" cy="3971340"/>
          </a:xfrm>
        </p:grpSpPr>
        <p:pic>
          <p:nvPicPr>
            <p:cNvPr id="59" name="Picture 58">
              <a:extLst>
                <a:ext uri="{FF2B5EF4-FFF2-40B4-BE49-F238E27FC236}">
                  <a16:creationId xmlns:a16="http://schemas.microsoft.com/office/drawing/2014/main" id="{9B1AD293-508A-F30B-463A-D86CAB9912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7522" y="7345159"/>
              <a:ext cx="863459" cy="1877617"/>
            </a:xfrm>
            <a:prstGeom prst="rect">
              <a:avLst/>
            </a:prstGeom>
          </p:spPr>
        </p:pic>
        <p:pic>
          <p:nvPicPr>
            <p:cNvPr id="60" name="Picture 59">
              <a:extLst>
                <a:ext uri="{FF2B5EF4-FFF2-40B4-BE49-F238E27FC236}">
                  <a16:creationId xmlns:a16="http://schemas.microsoft.com/office/drawing/2014/main" id="{F52205B0-9A57-16B6-72C9-A70634C7D0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93019" y="7345159"/>
              <a:ext cx="868096" cy="1877617"/>
            </a:xfrm>
            <a:prstGeom prst="rect">
              <a:avLst/>
            </a:prstGeom>
          </p:spPr>
        </p:pic>
        <p:pic>
          <p:nvPicPr>
            <p:cNvPr id="61" name="Picture 60">
              <a:extLst>
                <a:ext uri="{FF2B5EF4-FFF2-40B4-BE49-F238E27FC236}">
                  <a16:creationId xmlns:a16="http://schemas.microsoft.com/office/drawing/2014/main" id="{8A4D37A1-70FB-A141-4B6F-C2AF998B883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43154" y="7345159"/>
              <a:ext cx="874720" cy="1877617"/>
            </a:xfrm>
            <a:prstGeom prst="rect">
              <a:avLst/>
            </a:prstGeom>
          </p:spPr>
        </p:pic>
        <p:pic>
          <p:nvPicPr>
            <p:cNvPr id="62" name="Picture 61">
              <a:extLst>
                <a:ext uri="{FF2B5EF4-FFF2-40B4-BE49-F238E27FC236}">
                  <a16:creationId xmlns:a16="http://schemas.microsoft.com/office/drawing/2014/main" id="{9A03DC44-DA3D-B282-3F1E-942284E538C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47522" y="9438882"/>
              <a:ext cx="873064" cy="1877617"/>
            </a:xfrm>
            <a:prstGeom prst="rect">
              <a:avLst/>
            </a:prstGeom>
          </p:spPr>
        </p:pic>
        <p:pic>
          <p:nvPicPr>
            <p:cNvPr id="63" name="Picture 62">
              <a:extLst>
                <a:ext uri="{FF2B5EF4-FFF2-40B4-BE49-F238E27FC236}">
                  <a16:creationId xmlns:a16="http://schemas.microsoft.com/office/drawing/2014/main" id="{1D8E6EB1-34CF-55F7-41A3-FE96F36079B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614702" y="9427159"/>
              <a:ext cx="874720" cy="1877617"/>
            </a:xfrm>
            <a:prstGeom prst="rect">
              <a:avLst/>
            </a:prstGeom>
          </p:spPr>
        </p:pic>
        <p:pic>
          <p:nvPicPr>
            <p:cNvPr id="64" name="Picture 63">
              <a:extLst>
                <a:ext uri="{FF2B5EF4-FFF2-40B4-BE49-F238E27FC236}">
                  <a16:creationId xmlns:a16="http://schemas.microsoft.com/office/drawing/2014/main" id="{C5F58AE4-C431-D988-4FA1-02CF6208980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588589" y="9379033"/>
              <a:ext cx="896461" cy="1925743"/>
            </a:xfrm>
            <a:prstGeom prst="rect">
              <a:avLst/>
            </a:prstGeom>
          </p:spPr>
        </p:pic>
      </p:grpSp>
    </p:spTree>
    <p:extLst>
      <p:ext uri="{BB962C8B-B14F-4D97-AF65-F5344CB8AC3E}">
        <p14:creationId xmlns:p14="http://schemas.microsoft.com/office/powerpoint/2010/main" val="10591125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46</TotalTime>
  <Words>844</Words>
  <Application>Microsoft Macintosh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Eugene Castro</dc:creator>
  <cp:lastModifiedBy>Eugene Castro</cp:lastModifiedBy>
  <cp:revision>3</cp:revision>
  <dcterms:created xsi:type="dcterms:W3CDTF">2026-04-22T07:45:09Z</dcterms:created>
  <dcterms:modified xsi:type="dcterms:W3CDTF">2026-04-23T10:11:24Z</dcterms:modified>
</cp:coreProperties>
</file>